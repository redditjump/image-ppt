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把客户洞察，变成增长行动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客户跟进，常卡在三个地方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从客户线索，到持续跟进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让每次沟通都有下一步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从一组客户开始，把跟进做扎实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hatGPT\image-ppt-demo\output\.building-2026-10-28T05-14-26-774Z-6106f5\images-compact\001-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823"/>
            <a:ext cx="12192000" cy="68543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hatGPT\image-ppt-demo\output\.building-2026-10-28T05-14-26-774Z-6106f5\images-compact\002-pa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hatGPT\image-ppt-demo\output\.building-2026-10-28T05-14-26-774Z-6106f5\images-compact\003-capabiliti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hatGPT\image-ppt-demo\output\.building-2026-10-28T05-14-26-774Z-6106f5\images-compact\004-proces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hatGPT\image-ppt-demo\output\.building-2026-10-28T05-14-26-774Z-6106f5\images-compact\005-clos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星澜 AI · 客户跟进演示</dc:title>
  <dc:subject>Image-based presentation</dc:subject>
  <dc:creator/>
  <cp:lastModifiedBy/>
  <cp:revision>1</cp:revision>
  <dcterms:created xsi:type="dcterms:W3CDTF">2026-10-28T05:14:27Z</dcterms:created>
  <dcterms:modified xsi:type="dcterms:W3CDTF">2026-10-28T05:14:27Z</dcterms:modified>
</cp:coreProperties>
</file>